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BALINGASAG PUBLIC LIBRARY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Progress Report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Feature CRUD Demonstration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Library Management &amp; Automation System • Balingasag, Misamis Oriental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Documentation &amp; Live Working Build Demonstration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4846320"/>
            <a:ext cx="103327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Library System Development Team | Date: September 2026 | Version: 2.4.0 Final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Scope &amp;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with Faculty Project Evaluation Criteria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</a:rPr>
              <a:t>Requirement 1: Working Major Feature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Full CRUD Implementation Integrated with Database: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</a:rPr>
              <a:t>• CREATE: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3-Step Member Account Wizard with automatic ID generation (BPL-2026-XXXX), scannable QR issuance, and temporary password.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</a:rPr>
              <a:t>• READ: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Live member directory with real-time search (ID, name, email, phone), status filters, and official digital printable card modal.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</a:rPr>
              <a:t>• UPDATE: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Profile information editing, instant active/inactive status toggling, and admin password resets.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</a:rPr>
              <a:t>• DELETE: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Two-step confirmed deletion with cascade cleanup of authentication records.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</a:rPr>
              <a:t>Requirement 2: Project Documentation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Architecture, Schemas &amp; Specifications: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</a:rPr>
              <a:t>• System Architecture: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Multi-tiered client-server architecture with React 19 SPA, Laravel 11 REST API, and MySQL 8.0.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</a:rPr>
              <a:t>• Data Models &amp; Schema: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Full entity relationship model linking users, members, books, physical copies, circulation transactions, and attendance.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</a:rPr>
              <a:t>• Security Specifications: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Admin-controlled patron registration, Bcrypt hashing, role-based protection, and inactive account login locks.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</a:rPr>
              <a:t>• Deliverables Ready: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Both Soft Copy (.pptx &amp; markdown) and Hard Copy printable reports ready for evaluation.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Accessible, Multi-Tier Engineering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10332720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325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4E3B"/>
                </a:solidFill>
              </a:rPr>
              <a:t>1. Presentation Tier (Client)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React 19 • TypeScript • Vite 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Vanilla CSS Design System • Plus Jakarta Sans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Responsive 8pt spatial grid &amp; WCAG AA contrast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Client-side SVG optical QR generator engine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10332720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9718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</a:rPr>
              <a:t>2. Application Tier (REST API)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3375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Laravel 11 PHP Backend 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RESTful Resource Endpoints &amp; Sanitization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Bcrypt Password Hashing &amp; Auth Middleware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Comprehensive Audit Logging on all operations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480560"/>
            <a:ext cx="10332720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6177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3. Data Tier (Database)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498348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MySQL 8.0 Relational Engine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Foreign Key Constraints &amp; Cascade Integrity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Normalized tables: users, members, books, copies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Storage fallback service for offline resilience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Feature: Admin Member Creation Wizard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Multi-Step Provisioning with Visual Indicator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508760"/>
            <a:ext cx="2743200" cy="365760"/>
          </a:xfrm>
          <a:prstGeom prst="roundRect">
            <a:avLst/>
          </a:prstGeom>
          <a:solidFill>
            <a:srgbClr val="064E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1: Personal Info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First, Middle, Last Name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Date of Birth &amp; Gender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Profile photo with live preview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Client-side input 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508760"/>
            <a:ext cx="2743200" cy="365760"/>
          </a:xfrm>
          <a:prstGeom prst="roundRect">
            <a:avLst/>
          </a:prstGeom>
          <a:solidFill>
            <a:srgbClr val="064E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2: Contact &amp;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Verified Email Address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Mobile Contact Number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Complete Barangay Address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Membership Type &amp; 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1280160"/>
            <a:ext cx="32918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08760"/>
            <a:ext cx="2743200" cy="365760"/>
          </a:xfrm>
          <a:prstGeom prst="roundRect">
            <a:avLst/>
          </a:prstGeom>
          <a:solidFill>
            <a:srgbClr val="064E3B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3: Credentials &amp; QR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21031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Auto ID: BPL-2026-XXXX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Scannable QR Token preview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Generate Temporary Password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System-locked "Member" role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424160" cy="1005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3492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4E3B"/>
                </a:solidFill>
              </a:rPr>
              <a:t>Post-Creation Confirmation: Displays summary card with one-click temporary password copy, vector QR code download (SVG), official printable member ID card, and instant "Create Another Member" action.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Operations: Read, Update, Delete &amp; Security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 Data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4241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258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</a:rPr>
              <a:t>READ (Directory &amp; Digital Card)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Real-Time Search: Query instantly by Member ID, Name, Email, or Phone Number.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Multi-Criteria Filtering: Filter by Membership Type (Student, Faculty, Community) and Status.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Scannable Optical Card: High-resolution modal with printable layout for library circulation desk.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4241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</a:rPr>
              <a:t>UPDATE (Editing, Status &amp; Password)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33756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Profile Editing: Modify personal, contact, and address details without escalating role.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Status Controls: Toggle between Active, Inactive, and Suspended with one click.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Admin Password Reset: Securely issue new high-entropy temporary passwords.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104241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6177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</a:rPr>
              <a:t>DELETE &amp; AUTH SECURITY (Integrity)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98348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Cascading Deletion: Two-step confirmation dialog removes member and authentication records.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Inactive Account Protection: Inactive or suspended patrons are stopped upfront at login with human-readable guidance messages.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Public Registration Locked: 100% admin-managed membership.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&amp; Entity Relationships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Data Architecture in MySQL 8.0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424160" cy="475488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  <a:gridCol w="2606040"/>
                <a:gridCol w="2606040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Foreign Keys &amp; Unique Constraints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Role in System Lifecycle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users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id (BIGINT)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email (UQ), username (UQ)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Stores system authentication credentials, role (super_admin, admin, member), and account status.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members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id (BIGINT)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member_id (UQ), user_id (FK -&gt; users.id)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Patron profile, municipal ID (BPL-YYYY-XXXX), optical QR token, membership type, and stats.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books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id (BIGINT)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isbn (UQ)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Bibliographic cataloging metadata, Dewey classification, title, author, and subjects.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physical_copies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id (BIGINT)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copy_id (UQ), barcode (UQ), book_id (FK)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Physical book copy inventory with barcode tracking, shelf location, and circulation state.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transactions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id (BIGINT)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member_id (FK), barcode (FK)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Book loan circulation tracking, due dates, return dates, renewals, and overdue penalty fines.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attendance_records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id (BIGINT)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member_id (FK)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</a:rPr>
                        <a:t>Front-desk optical QR kiosk check-in / check-out records and daily visitor analytics.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 Flow for Tomorrow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Evaluation Script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424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1. Show Public Login Screen: Confirm zero public registration links exist (strictly admin-controlled).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424160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2. Test Inactive Account Login: Attempt login with inactive account -&gt; verify immediate human-readable warning.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10424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14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3. Log in as Super Admin / Admin: Navigate to "Manage Members" in the primary sidebar navigation.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10424160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4. Execute CREATE: Launch "+ Add Member", complete 3-step wizard with step indicator, and generate BPL-2026-XXXX ID.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10424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03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5. Review Confirmation Screen: Display generated temporary password with copy tool, vector QR download, and print card.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10424160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97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6. Execute READ: Search directory by name or ID, apply type and status filters, open digital ID card modal.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10424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92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7. Execute UPDATE: Modify address/details in Edit modal, toggle status Active -&gt; Inactive, test Admin Password Reset.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394960"/>
            <a:ext cx="10424160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86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8. Execute DELETE: Trigger safe deletion with confirmation dialog and show updated roster and audit log entry.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READINESS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Balingasag Public Library Management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✓ Core Major Feature Fully Operational: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FAE5"/>
                </a:solidFill>
              </a:rPr>
              <a:t>Complete CRUD implementation integrated with relational models and optical QR scanning.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✓ Comprehensive Documentation Ready: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FAE5"/>
                </a:solidFill>
              </a:rPr>
              <a:t>Architecture, ERD schema, and feature matrices available in both soft copy and printable formats.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✓ Production Grade Build: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FAE5"/>
                </a:solidFill>
              </a:rPr>
              <a:t>Type-checked TypeScript bundle compiling in 1.1s with WCAG AA compliance and Plus Jakarta Sans design system.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A7F3D0"/>
                </a:solidFill>
              </a:rPr>
              <a:t>Ready for Live Demonstration and Faculty Evaluation.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BPLMS Progress Report &amp; CRUD Demonstration</dc:title>
  <dc:subject>PptxGenJS Presentation</dc:subject>
  <dc:creator>Balingasag Public Library Team</dc:creator>
  <cp:lastModifiedBy>Balingasag Public Library Team</cp:lastModifiedBy>
  <cp:revision>1</cp:revision>
  <dcterms:created xsi:type="dcterms:W3CDTF">2026-09-03T17:00:58Z</dcterms:created>
  <dcterms:modified xsi:type="dcterms:W3CDTF">2026-09-03T17:00:59Z</dcterms:modified>
</cp:coreProperties>
</file>