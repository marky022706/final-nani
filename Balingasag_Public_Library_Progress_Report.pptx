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4389120" cy="32004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6868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PROGRESS REPORT • LIVE CRUD DEMONSTRATION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System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 Integrated Cataloging, Admin-Controlled Member Provisioning, Scannable Optical QR Issuance, and Real-Time Circulation Management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3200400" cy="1005840"/>
          </a:xfrm>
          <a:prstGeom prst="roundRect">
            <a:avLst/>
          </a:prstGeom>
          <a:solidFill>
            <a:srgbClr val="063B2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2793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Major Feature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5720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Member CRUD &amp; QR Token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0" y="4114800"/>
            <a:ext cx="3200400" cy="1005840"/>
          </a:xfrm>
          <a:prstGeom prst="roundRect">
            <a:avLst/>
          </a:prstGeom>
          <a:solidFill>
            <a:srgbClr val="063B2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42793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89120" y="45720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Laravel 12 API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80960" y="4114800"/>
            <a:ext cx="3200400" cy="1005840"/>
          </a:xfrm>
          <a:prstGeom prst="roundRect">
            <a:avLst/>
          </a:prstGeom>
          <a:solidFill>
            <a:srgbClr val="063B2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0" y="42793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Models &amp; Security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863840" y="45720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Relational Schema &amp; RBAC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6217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Academic &amp; Technical Project Review •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&amp; Presentation Objectives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5120640" cy="4572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 1: Working Major Feature (CRUD)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Core Feature Chosen: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Admin-Controlled Member Account Provisioning &amp; Patron Management.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Create (C):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3-Step wizard, auto-generated Member ID (BPL-2026-XXXX), deterministic optical QR token, and temporary password generation.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Read (R):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Multi-criteria directory search, dual filtering by status &amp; type, digital library card presentation.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Update (U):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editing, instant Active/Inactive toggle, and Admin-controlled password resets.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Delete (D):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Two-step confirmed deletion with cascade user removal and immutable audit logging.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463040"/>
            <a:ext cx="512064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 2: Project Documentation Ready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210312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System Architecture: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Decoupled Client-Server model with React 19 Frontend and Laravel 12 REST API.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Relational Data Schema: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normalized tables, explicit foreign keys, indexes, and unique constraints.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Authentication &amp; Security: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Removal of public self-registration; municipal security governance with password hashing and status gatekeeping.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Deliverables Provided: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technical documentation report (soft/hard copy ready) and live demo roadmap.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&amp; Technical Stack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3291840" cy="59436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6002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Layer (UI/UX)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286000"/>
            <a:ext cx="2834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19 with TypeScript &amp; Vite build engine
• Vanilla CSS design system (Plus Jakarta Sans)
• Accessible WCAG AA contrast &amp; 8pt grid cadence
• Multi-step wizards with real-time step trackers
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463040"/>
            <a:ext cx="3291840" cy="5943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4434840" y="16002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&amp; API Layer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26280" y="2286000"/>
            <a:ext cx="2834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Laravel 12 RESTful API Controllers
• Input validation &amp; error formatting
• Deterministic optical QR token generation
• Centralized authentication &amp; status checks
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63840" y="1463040"/>
            <a:ext cx="329184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0" y="1463040"/>
            <a:ext cx="3291840" cy="59436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6" name="Text 14"/>
          <p:cNvSpPr/>
          <p:nvPr/>
        </p:nvSpPr>
        <p:spPr>
          <a:xfrm>
            <a:off x="8001000" y="16002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&amp; Persistence Layer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92440" y="2286000"/>
            <a:ext cx="2834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Relational schema (users, members, books, tx)
• Bcrypt secure password hashing
• Foreign keys with cascade &amp; null-on-delete constraints
• Immutable audit logging for municipal governance
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Models &amp; Entity Relationships (ERD)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71600"/>
            <a:ext cx="10607040" cy="7315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5448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Architectural Relationship: User Account (1) ── (1) Member Profile ── (N) Library Transactions / Attendance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286000"/>
            <a:ext cx="5212080" cy="1783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86000"/>
            <a:ext cx="5212080" cy="32004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3172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(Authentication)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id (PK, auto)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name (string)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email (unique)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username (unique)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password (hashed)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role (enum: super_admin, admin, member)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 (active, inactive, suspended)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26480" y="2286000"/>
            <a:ext cx="5212080" cy="1783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2286000"/>
            <a:ext cx="5212080" cy="320040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33172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(Patron Profile)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269748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id (PK, auto)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user_id (FK -&gt; users.id)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member_id (unique: BPL-2026-XXXX)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full_name, DOB, gender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membership_type (Student, Faculty...)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qr_code_data (encoded member_id)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 (active, inactive, suspended)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251960"/>
            <a:ext cx="5212080" cy="1783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251960"/>
            <a:ext cx="5212080" cy="32004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2976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circulation_transactions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46634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id (PK, auto)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member_id (FK -&gt; members.member_id)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copy_barcode (FK -&gt; physical_copies)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issue_date, due_date, return_date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 (Active, Overdue, Returned)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fine_amount (decimal)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26480" y="4251960"/>
            <a:ext cx="5212080" cy="17830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4251960"/>
            <a:ext cx="5212080" cy="3200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42976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audit_logs (Governance)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09360" y="46634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id (PK, auto)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action (MEMBER_REGISTERED, etc.)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category (Members, Books, Auth)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details (human-readable string)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performed_by (user name)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ip_address, timestamp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Feature: Admin-Controlled Member Workflow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71600"/>
            <a:ext cx="10607040" cy="10972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0876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Security Policy: Complete Removal of Public Self-Registration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compliance with municipal security standards, public patrons cannot independently register accounts from the login page. All library member accounts are officially provisioned by the Library Administrator at the front desk.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51460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0175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35204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Provisioning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397764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logs in and opens Manage Members → Add Member. Fills multi-step form.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2834640"/>
            <a:ext cx="251460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30175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611880" y="35204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ID &amp; QR Token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11880" y="397764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generates BPL-2026-XXXX and scannable optical QR code token.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2834640"/>
            <a:ext cx="251460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0175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09360" y="35204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Issued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397764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generates secure temporary password and provides credentials to patron.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823960" y="2834640"/>
            <a:ext cx="251460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301752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006840" y="35204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 Access &amp; Card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397764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 logs in to view book catalog, reserve books, and present QR for attendance.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Implementation: [C] CREATE Operation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3291840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3291840" cy="41148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54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Personal Info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01168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First, Middle, Last Name
✓ Date of Birth &amp; Gender
✓ Profile Photo URL with live preview
✓ Inline validation before advancing
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3291840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463040"/>
            <a:ext cx="3291840" cy="41148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554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Contact &amp; Membership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201168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Email Address (Validated)
✓ Mobile Contact Number
✓ Barangay / Complete Address
✓ Type (Student/Faculty/Community)
✓ Initial Status (Active/Inactive)
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863840" y="1463040"/>
            <a:ext cx="3291840" cy="2926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0" y="1463040"/>
            <a:ext cx="3291840" cy="41148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0" y="15544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Credentials &amp; QR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0" y="201168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Auto Member ID (BPL-2026-XXXX)
✓ Live Optical QR Token Preview
✓ Generate Temporary Password button
✓ Role Lock: Strictly "Member"
✓ Review Summary Checklist
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4663440"/>
            <a:ext cx="1060704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800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Post-Creation Confirmation &amp; Token Distribution Utilities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51663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Interactive Confirmation Modal: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Displays Member ID, Full Name, Email, Username, Status, and Temporary Password.
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Distribution Actions: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[Copy Full Credentials] to clipboard, [Download QR Code] (SVG), [Print Member Card], and [Create Another Member].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Implementation: [R] READ Operation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1060704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45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Members Directory Table Structure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2011680"/>
            <a:ext cx="1371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1031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ID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Monospace badge (BPL-2026-XXXX)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377440" y="2011680"/>
            <a:ext cx="1371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21031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&amp; Avatar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42316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Name + thumbnail + type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840480" y="2011680"/>
            <a:ext cx="1371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21031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Address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8620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&amp; login identity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303520" y="2011680"/>
            <a:ext cx="1371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49240" y="21031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Number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4924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 phone record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66560" y="2011680"/>
            <a:ext cx="1371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1031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Badge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1228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/ INACTIVE / SUSPENDED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229600" y="2011680"/>
            <a:ext cx="1371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21031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Registered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of library onboarding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692640" y="2011680"/>
            <a:ext cx="1371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1031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Row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738360" y="24688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View, Edit, QR, Status, Delete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31520" y="3749040"/>
            <a:ext cx="329184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3749040"/>
            <a:ext cx="3291840" cy="365760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382219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4-Way Search Query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4400" y="425196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debounced filtering matching: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Member ID (e.g. BPL-2026-0007)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Patron Full Name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Email Address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Mobile Contact Number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3749040"/>
            <a:ext cx="329184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97680" y="3749040"/>
            <a:ext cx="3291840" cy="36576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5" name="Text 33"/>
          <p:cNvSpPr/>
          <p:nvPr/>
        </p:nvSpPr>
        <p:spPr>
          <a:xfrm>
            <a:off x="4389120" y="382219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Filter Selectors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80560" y="425196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dynamic criteria: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All, Active, Inactive, Suspended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Membership Type: Student, Faculty, Researcher, Community resident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863840" y="3749040"/>
            <a:ext cx="329184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0" y="3749040"/>
            <a:ext cx="3291840" cy="36576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9" name="Text 37"/>
          <p:cNvSpPr/>
          <p:nvPr/>
        </p:nvSpPr>
        <p:spPr>
          <a:xfrm>
            <a:off x="7955280" y="382219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 &amp; QR View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46720" y="425196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Read Modals: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View Digital Library Card modal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Dedicated QR Modal with one-click Download QR (SVG) and Print QR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Implementation: [U] UPDATE Operation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329184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3291840" cy="64008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54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Member Profile Modal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82880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Metadata Update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" y="2286000"/>
            <a:ext cx="28346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Editable: First, Middle, Last Name
• Editable: Date of Birth, Gender, Photo URL
• Editable: Complete Address &amp; Phone Number
• Editable: Membership Classification &amp; Status
• Role Lock Enforced: Admin cannot change role from Member to administrative roles
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0" y="1463040"/>
            <a:ext cx="329184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1463040"/>
            <a:ext cx="3291840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1554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Status Toggle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0" y="182880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Governance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26280" y="2286000"/>
            <a:ext cx="28346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table-row action button
• Toggles member between ACTIVE and INACTIVE
• Immediately invalidates login privileges when inactive
• Synchronizes linked User authentication record in real-time
• Logs MEMBER_STATUS_CHANGED audit entry
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63840" y="1463040"/>
            <a:ext cx="329184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1463040"/>
            <a:ext cx="3291840" cy="6400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0" y="1554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Password Reset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182880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Credential Reset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92440" y="2286000"/>
            <a:ext cx="28346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Accessible via row Key icon
• Generates secure high-entropy temporary password
• One-click clipboard copy utility for the Admin
• Patron must log in with temporary credential
• Bcrypt hashing applied before storage
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Implementation: [D] DELETE Operation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512064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2-Step Confirmation Mechanism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Defensive UI Design (Nielsen Heuristics):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Accidental single-click deletions are completely prevented.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Deletion Dialog: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Displays targeted Patron Name, unique Member ID, and Email Address.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Explicit Irreversibility Warning: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Advises the Admin that digital cards and portal logins will be permanently invalidated.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Safe Cancellation: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Allows the user to easily cancel without modifying records.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463040"/>
            <a:ext cx="512064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Deletion &amp; Municipal Audit Trail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210312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Linked User Account Removal: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Deleting a member profile simultaneously purges the linked authentication record (User::destroy).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Foreign Key Integrity: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Associated historical transactions maintain referential integrity without database orphan errors.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Immutable Audit Logging: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deletion automatically inserts an immutable record into audit_logs:
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Action: MEMBER_DELETED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Details: "Deleted member account [Name] ([Member ID])"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Actor: Current Admin Username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Timestamp: ISO 8601 server timestamp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Lifecycle &amp; Account Status Gatekeeping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5120640" cy="4572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Login Interface Rules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Strictly Allowed Elements: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Email / Username input
✓ Password input with show/hide toggle
✓ "Remember Me" checkbox
✓ "Sign In to Account" primary button
✓ "Forgot Password?" front-desk guidance modal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Strictly Prohibited Elements (Zero Occurrence):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"Sign Up"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"Register"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"Create an account"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"Don't have an account?"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463040"/>
            <a:ext cx="512064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Status Gatekeeping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210312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Active Status (ACTIVE):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authorization. Patron enters Member Dashboard, reserves books, and conducts borrowing.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9A34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Inactive Status (INACTIVE):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blocked upfront with exact advisory message:
"Your library account is currently inactive. Please contact the library administrator."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Suspended Status (SUSPENDED):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blocked upfront with disciplinary advisory: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library account is currently suspended. Please contact the library administrator."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 Roadmap (Demo Script)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10607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2560320" cy="86868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Login &amp; Status Check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0" y="16459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public login without sign up. Attempt login with inactive account to verify warning alert. Sign in as Super Admin.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2423160"/>
            <a:ext cx="10607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423160"/>
            <a:ext cx="2560320" cy="86868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Member Creation Wizard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606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to Manage Members → Add Member. Walk through Step 1 (Personal) → Step 2 (Contact) → Step 3 (Credentials &amp; QR). Show auto-generated BPL-2026-XXXX ID.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10607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383280"/>
            <a:ext cx="2560320" cy="86868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QR Issuance &amp; Confirmation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3566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the confirmation screen: show temporary password copy, download QR code (SVG), and printable digital library card.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4343400"/>
            <a:ext cx="10607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343400"/>
            <a:ext cx="2560320" cy="86868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Read, Search &amp; Update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45262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for newly created member in directory. Toggle status (Active ↔ Inactive). Open Edit modal to update contact details. Generate new temporary password.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5303520"/>
            <a:ext cx="10607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5303520"/>
            <a:ext cx="2560320" cy="86868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577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5: Member Login &amp; Audit Log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5486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out and log in using the newly created member credentials. Verify access to Member Dashboard. Review immutable Audit Log entry.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BALINGASAG PUBLIC LIBRARY MANAGEMENT SYSTEM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Milestones &amp; Future Roadmap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5120640" cy="4572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Project Milestones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Admin-Controlled Member Management (Full CRUD)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Complete elimination of public registration for municipal security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3-Step Wizard with real-time visual step indicator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Automated BPL-2026-XXXX ID &amp; Optical QR token issuance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Real-time multi-criteria directory search &amp; dual filtering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Account status gatekeeping (Active, Inactive, Suspended)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Two-step deletion with cascade purge and audit logging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463040"/>
            <a:ext cx="512064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 Scope &amp; Open Floor Q&amp;A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210312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Hardware Optical Scanner Barcode Integration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Overdue Penalty Calculations &amp; Fines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Municipal Self-Service Kiosk Terminal Mode
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Periodic Physical Inventory Audit Reports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welcome questions, feedback, and system review.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6492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Municipality of Balingasag • Project Progress Report &amp; CRUD Demonstration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Balingasag Public Library Management System - Progress Report</dc:title>
  <dc:subject>CRUD Major Feature Demonstration &amp; Project Documentation</dc:subject>
  <dc:creator>Library System Development Team</dc:creator>
  <cp:lastModifiedBy>Library System Development Team</cp:lastModifiedBy>
  <cp:revision>1</cp:revision>
  <dcterms:created xsi:type="dcterms:W3CDTF">2026-09-03T16:58:09Z</dcterms:created>
  <dcterms:modified xsi:type="dcterms:W3CDTF">2026-09-03T16:58:09Z</dcterms:modified>
</cp:coreProperties>
</file>